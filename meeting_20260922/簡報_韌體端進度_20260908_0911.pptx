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529"/>
                </a:solidFill>
                <a:latin typeface="Microsoft JhengHei"/>
              </a:defRPr>
            </a:pPr>
            <a:r>
              <a:rPr sz="1400" b="0" i="0" u="none" strike="noStrike">
                <a:solidFill>
                  <a:srgbClr val="1C2529"/>
                </a:solidFill>
                <a:latin typeface="Microsoft JhengHei"/>
              </a:rPr>
              <a:t>cls4（四指）偵測筆數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cls4 偵測筆數</c:v>
                </c:pt>
              </c:strCache>
            </c:strRef>
          </c:tx>
          <c:spPr>
            <a:solidFill>
              <a:srgbClr val="E855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2529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修復前①</c:v>
                  </c:pt>
                  <c:pt idx="1">
                    <c:v>修復前②</c:v>
                  </c:pt>
                  <c:pt idx="2">
                    <c:v>修復前③</c:v>
                  </c:pt>
                  <c:pt idx="3">
                    <c:v>修復前④</c:v>
                  </c:pt>
                  <c:pt idx="4">
                    <c:v>修復後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C2529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74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12700" cap="flat">
              <a:solidFill>
                <a:srgbClr val="DD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29"/>
                </a:solidFill>
                <a:latin typeface="Microsoft JhengHei"/>
              </a:defRPr>
            </a:pPr>
            <a:r>
              <a:rPr sz="1300" b="0" i="0" u="none" strike="noStrike">
                <a:solidFill>
                  <a:srgbClr val="1C2529"/>
                </a:solidFill>
                <a:latin typeface="Microsoft JhengHei"/>
              </a:rPr>
              <a:t>各類別標註框面積的離散度（倍）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類別內 P90 / P10</c:v>
                </c:pt>
              </c:strCache>
            </c:strRef>
          </c:tx>
          <c:spPr>
            <a:solidFill>
              <a:srgbClr val="E855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3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B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1.27</c:v>
                </c:pt>
                <c:pt idx="1">
                  <c:v>1.12</c:v>
                </c:pt>
                <c:pt idx="2">
                  <c:v>1.51</c:v>
                </c:pt>
                <c:pt idx="3">
                  <c:v>1.75</c:v>
                </c:pt>
                <c:pt idx="4">
                  <c:v>1.13</c:v>
                </c:pt>
                <c:pt idx="5">
                  <c:v>1.18</c:v>
                </c:pt>
                <c:pt idx="6">
                  <c:v>1.22</c:v>
                </c:pt>
                <c:pt idx="7">
                  <c:v>1.16</c:v>
                </c:pt>
                <c:pt idx="8">
                  <c:v>1.46</c:v>
                </c:pt>
                <c:pt idx="9">
                  <c:v>1.15</c:v>
                </c:pt>
                <c:pt idx="10">
                  <c:v>1.42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A37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7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DD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29"/>
                </a:solidFill>
                <a:latin typeface="Microsoft JhengHei"/>
              </a:defRPr>
            </a:pPr>
            <a:r>
              <a:rPr sz="1300" b="0" i="0" u="none" strike="noStrike">
                <a:solidFill>
                  <a:srgbClr val="1C2529"/>
                </a:solidFill>
                <a:latin typeface="Microsoft JhengHei"/>
              </a:rPr>
              <a:t>平均信心度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平均信心度 (%)</c:v>
                </c:pt>
              </c:strCache>
            </c:strRef>
          </c:tx>
          <c:spPr>
            <a:solidFill>
              <a:srgbClr val="3E9E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9E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4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9E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R1  crop</c:v>
                  </c:pt>
                  <c:pt idx="1">
                    <c:v>R2  letterbox</c:v>
                  </c:pt>
                  <c:pt idx="2">
                    <c:v>R3  crop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59.8</c:v>
                </c:pt>
                <c:pt idx="1">
                  <c:v>41.6</c:v>
                </c:pt>
                <c:pt idx="2">
                  <c:v>57.7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C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74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12700" cap="flat">
              <a:solidFill>
                <a:srgbClr val="DD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這四天我在處理開發板完全偵測不到手勢的問題。結論是有三個獨立的根因，其中兩個是韌體的、已經修好，第三個在訓練資料，已量化交給 Johnson。韌體這邊可以結案。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先講結論。三個根因，韌體兩個已修，第三個量化後交給訓練端。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數值統計分不出「正確縮小的圖」和「錯位的垃圾」，一定要把圖還原出來看。原廠那幾個缺陷本身不是根因，但它們讓真正的錯誤無法被觀察到。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唯一變因是模型。96 最高信心 7%、0 個框；192 最高 90%、140 個框。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訓練圖是 1440x1440 正方形，模型從沒看過橫向壓扁的手。失敗的剛好是往水平方向伸出去的那些。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letterbox 是等比縮放後補灰邊 114，與 ultralytics 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這是整個專案最關鍵的一組數字。P90/P10 是同一類別內框面積的離散度。健康的資料集有 scale augmentation，通常 3 到 10 倍；這裡全部 1.1 到 1.8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三個現象用同一組數字解釋。這是診斷從猜測變成量化的關鍵。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灰邊是重點，訓練圖是完整正方形，模型從沒看過 114 灰帶。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第三輪回到 A，是用來檢驗第一輪是不是運氣。如果是熟練度造成的單調上升，R3 應該比 R1 高，實際上略低，沒有看到這個趨勢。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主動報告這三項修正。因為這三次，我們現在停用了那三個指標。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工具是可以重複使用的，不是一次性的除錯腳本。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韌體端沒有東西可以再調了。逐幀核對目前約 40%，11 類隨機猜是 9%。這四天的價值在於把「為什麼不行」從猜測變成有數據的診斷。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A374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937760"/>
            <a:ext cx="2743200" cy="2743200"/>
          </a:xfrm>
          <a:prstGeom prst="ellipse">
            <a:avLst/>
          </a:prstGeom>
          <a:solidFill>
            <a:srgbClr val="E8552D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手勢辨識專題 · 韌體端進度報告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78608"/>
            <a:ext cx="8961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從「完全沒有偵測框」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到三個可量化的根因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/ 09 / 08 – 09 / 11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38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報告人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Kevin（韌體 / 部署端）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86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訓練端　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Johnson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四天內定位出三個獨立的根因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3814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011680"/>
            <a:ext cx="475488" cy="475488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訓練端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743200"/>
            <a:ext cx="2798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96×96 模型本身不可用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39776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已放棄 96，全案改用 192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1691640"/>
            <a:ext cx="343814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011680"/>
            <a:ext cx="475488" cy="475488"/>
          </a:xfrm>
          <a:prstGeom prst="ellipse">
            <a:avLst/>
          </a:prstGeom>
          <a:solidFill>
            <a:srgbClr val="3E9E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12664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韌體端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743200"/>
            <a:ext cx="2798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韌體前處理幾何失真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水平壓扁 25%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39776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已修復，並以對照實驗驗證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43814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011680"/>
            <a:ext cx="475488" cy="475488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419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25128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訓練端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2743200"/>
            <a:ext cx="2798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訓練集缺乏尺度變化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類別內僅 1.1–1.8 倍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39776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已量化，交付訓練端處理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23036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C25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230368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韌體端工作至此結案。</a:t>
            </a:r>
            <a:pPr indent="0" marL="0">
              <a:buNone/>
            </a:pPr>
            <a:r>
              <a:rPr lang="en-US" sz="160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剩餘的辨識錯誤已定位在訓練資料，韌體無法再改善。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起點與方法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逐項隔離，每一項都要有可觀測的證據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9/8 的狀況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76272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模型載入成功、每幀都回報推論完成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但輸出的 bounding box 數恆為 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中間環節多，任何一環出錯都是「什麼都沒有」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E4E7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 → 縮放 → 量化 → NPU → 反量化 → DFL 解碼 → NMS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73736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關鍵手法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55080" y="2176272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1C252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把實際送進 NPU 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706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110,592 bytes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base64 經 UART 傳回 PC 還原成影像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694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一次排除：相機、縮放、RGB 通道順序、uint8→int8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順帶修正原廠範例的缺陷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2852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失敗時 return false —— 而 false 就是 0、就是成功碼，錯誤傳不出來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anchor 數量不符時靜默 return，不留任何訊息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96×96 模型本身不可用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韌體程式碼、相機、拍攝環境完全相同，只切換輸入尺寸與對應模型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6949440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240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 模型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2240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192 模型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最高信心度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670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7%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2670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735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通過門檻的幀數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/ 157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143 / 247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770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實際輸出的框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877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877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480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輸入張量亮度均值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55280" y="2084832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1C25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輸入影像亮度只差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6700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兩邊還原出來的畫面品質一致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輸入路徑不是變因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55280" y="37490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附帶價值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2793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「192 跑得動」一次驗證了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開機、NPU、記憶體、相機、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量化、解碼、NMS 等十餘環節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決策：放棄 96，全案改用 192 × 192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 · 韌體端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前處理把 4:3 直接拉伸成 1:1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A3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訓練影像　1440 × 1440　正方形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A3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相機 raw 　 320 × 240 　4:3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E855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模型輸入　 192 × 192 　1:1　← 直接拉伸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992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水平方向被額外壓縮 25%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27632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C25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810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怎麼確認訓練圖是裁切而非壓扁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5798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比對同類別、不同來源影片的標註框長寬比。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若為壓扁，比值應落在 1.78 附近。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 1.00 – 1.15</a:t>
            </a:r>
            <a:pPr indent="0" marL="0">
              <a:buNone/>
            </a:pPr>
            <a:r>
              <a:rPr lang="en-US" sz="15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置中裁切，幾何忠實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0390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獨立佐證：失敗的類別分布本身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6110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垂直方向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26110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拳　1 食指　2 V　3 三指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42611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9743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水平張開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97433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四指　5 五指　7 / 8 / 9 拇指外張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497433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全數失敗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7790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拇指是唯一往水平方向伸出的手指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 · 修復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letterbox：等比縮放 + 補邊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65008" y="1929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出現類別數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2258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→ 10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0" y="301752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65008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cls4 最高信心度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93%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7772400" y="425196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65008" y="4398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單場偵測筆數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4727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 → 540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6235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cls4 由四場全數掛零變為 118 筆，類別涵蓋由 3 類回復至 10 類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發現三 · 最關鍵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訓練集幾乎沒有尺度變化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64208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64208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1C252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56448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健康的資料集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56448" y="2139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– 10 倍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本資料集：1.1 – 1.8 倍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3310128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56448" y="3511296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模型看過的每一張「5」，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手的大小都幾乎一樣。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它沒有機會學到「不管手多大，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五根手指就是 5」。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513892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513892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自行撰寫工具量測訓練集標註框的分布　·　P90/P10 = 同一類別內，最大與最小框面積的比值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發現三 · 推論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這一組數字解釋了三個先前想不通的現象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75688"/>
            <a:ext cx="475488" cy="475488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4708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cls5 幾乎從未被偵測到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3113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訓練時框寬中位數 97%（手橫跨整張影像）；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實機以膚色遮罩量測，手的水平跨幅僅 27–37%。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166420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相差近三倍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557016"/>
            <a:ext cx="475488" cy="475488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557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2841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失敗類別恰好是「寬」的那些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712464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正常：0 (60%)　1 (53%)　2 (63%)　3 (65%)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失敗：4 (80%)　5 (97%)　6 (95%)　7 (84%)　8 (95%)　9 (92%)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3145536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分界在 65%–80%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26864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5038344"/>
            <a:ext cx="475488" cy="475488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8097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同一顆模型每場結果都不同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19379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同一顆模型、同一份韌體，30 分鐘內四場測試，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主導類別在 cls4 與 cls2 之間來回。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4626864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唯一變因是手的位置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4476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與「拇指」「手指數量」等語意分類無關 —— 是尺度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韌體改善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center-crop 取代 letterbox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letterbox 修正了幾何，但帶來兩個新問題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letterbox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center-crop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有效影像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192 × 144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192 × 192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9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灰邊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19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 列（25% 畫面）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319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8953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手的垂直解析度</a:t>
            </a:r>
            <a:pPr indent="0" marL="0">
              <a:buNone/>
            </a:pPr>
            <a:r>
              <a:rPr lang="en-US" sz="135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+33%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8953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144 px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8953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192 px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471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水平視野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4714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4714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41324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4E7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413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 320 × 240 取中央 240 × 240 正方形，再縮放至 192 × 192 —— 沒有訓練時未出現過的灰色填充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對照實驗 · 09/11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→ B → A 三連測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前述比較都是「跑一場看結果」，但同一設定下場次間變異極大 —— 單場比較不可靠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583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0574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C25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90688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效果是輪內變異的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5237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 倍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790688" y="31455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兩輪 crop 差 2.1pp　·　crop vs letterbox 差 17.1pp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3822192"/>
            <a:ext cx="40233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90688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兩項控制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4297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光線：三輪亮度 126.8 / 127.7 / 125.8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模式：以輸出框座標範圍反推驗證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誠實揭露：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逐幀人工核對為 4/10、2/10、4/10，方向一致；但 10 幀樣本下 Fisher 檢定 p = 0.42，單就準確率未達顯著。主要證據為信心度的可重現性。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邊界與修正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韌體的能力邊界，以及三項方法論修正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C25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847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韌體的能力邊界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94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crop 與 letterbox 都有過度觸發的類別，只是位置不同。crop 讓 0/1/6/B 改善，但 3/4/5 的外緣被裁切反而更差。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0449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更換前處理只是把分界線移到別處，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無法消除分界線本身。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642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三項方法論修正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10312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「手往後退比較準」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1031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依單一場所下，後續撤回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706624"/>
            <a:ext cx="5212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70662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「以平均信心度比較版本」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7066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方法錯誤 —— 模型崩潰會產生虛假高信心度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3310128"/>
            <a:ext cx="52120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31012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「模型用框大小當分類捷徑」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31012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相關係數不一致且未顯著，不予採信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9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因此建立的評估規範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681728"/>
            <a:ext cx="10241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停用「類別出現筆數、平均信心度、最高信心度」—— 三者都曾給出相反結論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依序比 0 → 1 → … → 9 → B，每個手勢停留 8–10 秒，關閉多幀投票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逐幀人工核對計算真實準確率，並記錄畫面亮度以確保可比性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任何改動的比較一律採 A → B → A 三輪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韌體修復與自行開發的量測工具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韌體端（已完成）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5257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76856"/>
            <a:ext cx="219456" cy="219456"/>
          </a:xfrm>
          <a:prstGeom prst="ellipse">
            <a:avLst/>
          </a:prstGeom>
          <a:solidFill>
            <a:srgbClr val="3E9E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1214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幾何失真（水平壓扁 25%）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257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898648"/>
            <a:ext cx="219456" cy="219456"/>
          </a:xfrm>
          <a:prstGeom prst="ellipse">
            <a:avLst/>
          </a:prstGeom>
          <a:solidFill>
            <a:srgbClr val="3E9E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7432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灰邊與解析度浪費 → center-crop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64992"/>
            <a:ext cx="5257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520440"/>
            <a:ext cx="219456" cy="219456"/>
          </a:xfrm>
          <a:prstGeom prst="ellipse">
            <a:avLst/>
          </a:prstGeom>
          <a:solidFill>
            <a:srgbClr val="3E9E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33649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Himax 原廠缺陷 × 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5257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42232"/>
            <a:ext cx="219456" cy="219456"/>
          </a:xfrm>
          <a:prstGeom prst="ellipse">
            <a:avLst/>
          </a:prstGeom>
          <a:solidFill>
            <a:srgbClr val="3E9E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39867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輸出格式自動偵測（Layout A / B）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5257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764024"/>
            <a:ext cx="219456" cy="219456"/>
          </a:xfrm>
          <a:prstGeom prst="ellipse">
            <a:avLst/>
          </a:prstGeom>
          <a:solidFill>
            <a:srgbClr val="3E9E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460857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 端畫框過濾缺陷（69% 被靜默丟棄）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自行開發的量測工具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121408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21214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輸入張量 base64 傾印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21214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還原模型實際看到的畫面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27432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check_label_scale.py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27432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量測訓練集標註框的尺度分布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364992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33649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check_scale_invariance.py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33649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量測模型對物件大小的敏感度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3986784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39867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switch_input_size.py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9867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一個指令切換全鏈路輸入尺寸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4608576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46085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即時亮度 / 裁切範圍顯示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6085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控制實驗變因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4406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測試原始資料共 12 場（逐幀影像與 CSV）　·　技術文件 6 份（交接 v3–v6、實機測試紀錄、訓練回饋）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韌體端已結案，後續集中於訓練端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475488" cy="475488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19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釐清新增的 Sharpen 前處理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482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訓練影像全部經過銳化、實機畫面沒有。此不一致在驗證集 mAP 上完全看不出來，會使後續所有指標失去意義。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195560" y="171907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E855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95560" y="17190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706624"/>
            <a:ext cx="475488" cy="475488"/>
          </a:xfrm>
          <a:prstGeom prst="ellipse">
            <a:avLst/>
          </a:prstGeom>
          <a:solidFill>
            <a:srgbClr val="4657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51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量測新模型的尺度不變性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809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check_scale_invariance.py 直接量「手佔畫面比例」對辨識結果的影響。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639312"/>
            <a:ext cx="475488" cy="475488"/>
          </a:xfrm>
          <a:prstGeom prst="ellipse">
            <a:avLst/>
          </a:prstGeom>
          <a:solidFill>
            <a:srgbClr val="4657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584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逐類別 mAP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13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平均值會掩蓋 3/4/5/7/8/9 的崩潰。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572000"/>
            <a:ext cx="475488" cy="475488"/>
          </a:xfrm>
          <a:prstGeom prst="ellipse">
            <a:avLst/>
          </a:prstGeom>
          <a:solidFill>
            <a:srgbClr val="4657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4572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17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 改用 group split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846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4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現行隨機切分可能造成資料洩漏，mAP 虛高。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2A374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553212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F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訓練端已於 09/11 加入 scale = 0.7、translate = 0.2 重新訓練 —— 新模型完成後可直接燒錄驗證，韌體無須修改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2026-09-20T13:10:00Z</dcterms:created>
  <dcterms:modified xsi:type="dcterms:W3CDTF">2026-09-20T13:10:00Z</dcterms:modified>
</cp:coreProperties>
</file>